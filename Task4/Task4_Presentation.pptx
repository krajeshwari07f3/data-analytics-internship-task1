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7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CDA82-997D-B0A1-6563-024B6779B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CC5E81-E918-4CD4-B1F8-CB239A63B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66B8B-3ABE-47F7-CBCD-7C6F99A41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72B2A-3215-49F9-80E7-B31B2C2C5AE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A2BAB-CBF7-22E1-22A3-F773BBFCE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8077E-8030-B937-6530-1B43517F9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15558-E583-4FCF-9D2D-CEDA664D0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933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6556B-5ABB-1C66-647D-AE7023D7C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4EDE7-93D9-0B0D-A0BE-60FD85A9B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42A25-B298-86C4-485F-5F7501BDF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72B2A-3215-49F9-80E7-B31B2C2C5AE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4E713-70D5-E828-D8D7-4E258DCE8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17FF4-4AAC-AD1B-E323-E00BCC409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15558-E583-4FCF-9D2D-CEDA664D0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824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16CBD-E3DF-0573-769C-A2EEEA362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ED07F-9CF6-1642-BF34-8BD974165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4279F-2802-55AC-7800-B87C8DDC1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72B2A-3215-49F9-80E7-B31B2C2C5AE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FB781-5B2A-524B-037D-6B3AA1194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7ABF9-C676-F4F0-EE9F-83F0EB39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15558-E583-4FCF-9D2D-CEDA664D0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038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A3FD5-A2AB-6EF2-BEBF-6F96DCAE0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DC484-C77D-C58D-3435-7BC8687C6F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4FEE01-39FF-25CA-ABD6-E52CD43ED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CAB64-9A55-3A4A-1C5E-CB34F0E3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72B2A-3215-49F9-80E7-B31B2C2C5AE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9508-1576-6B16-5157-71D022AE8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4FA8F-C774-083D-4CFB-68EE05605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15558-E583-4FCF-9D2D-CEDA664D0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996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117BC-B61E-FFB9-D57F-BDF67354E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EE921-BA26-AC95-823E-51C468F5C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AB513-CAF8-E315-EB54-CF12FAB75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7A3474-973D-E51D-1948-1BDBFFA17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F42908-BC36-8EA0-E0E0-27BE2A8A83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CB7657-DD0E-5679-896E-2DCD6416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72B2A-3215-49F9-80E7-B31B2C2C5AE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748ABF-DF56-5DD7-0B97-E84C527F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73AC37-FE87-ECE4-2533-812AF7EDD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15558-E583-4FCF-9D2D-CEDA664D0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224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DE05B-17AE-B9B4-F23E-717AC05E2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0B3EC0-1021-BC26-6DBC-4E95403F8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72B2A-3215-49F9-80E7-B31B2C2C5AE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E00DAE-73C0-27A2-F3A3-C58816082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F727B-9E26-6AF6-6082-B8A4A4CC2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15558-E583-4FCF-9D2D-CEDA664D0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23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8E1D9-5A27-0D70-4575-E455EDDCD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72B2A-3215-49F9-80E7-B31B2C2C5AE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2E6112-55FB-8BD7-347F-3AB4000C1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EC14D-3A38-69AF-70E7-E250B0AA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15558-E583-4FCF-9D2D-CEDA664D0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636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8C4FE-F186-8686-8981-CFA3C3186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1D22D-D327-5596-6211-69FB32152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2D9D3-A2AC-4943-9313-30B99DEB8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78F18-6DCA-0A5E-2B67-4A6ADD21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72B2A-3215-49F9-80E7-B31B2C2C5AE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3A7ED-2D5D-5862-46F5-616FC5D5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80D17-E5DE-0C3D-AA53-080C90A6F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15558-E583-4FCF-9D2D-CEDA664D0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355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848AE-6D9E-3F24-EE38-2CDA4DAAE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DDF94B-7706-CAEF-E1EA-59D508E61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1C1B2-DA5F-0A6A-F90B-039AC57D9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56F3F-8895-066C-94F7-541554D26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72B2A-3215-49F9-80E7-B31B2C2C5AE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E30E6B-F7C5-529E-11B5-3E143EF67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A71BB-68C0-3E46-2346-5DFBB859D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15558-E583-4FCF-9D2D-CEDA664D0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82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42663-4576-6AE3-C8E8-2BFD619F8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8A7DAE-DFC4-EA61-776A-A7D32DD50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4C54A-8708-AA44-2D87-F0A7D5017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72B2A-3215-49F9-80E7-B31B2C2C5AE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5AD1E-F949-B086-ED48-2152A605A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62B70-335C-8590-63F3-A731A36DE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15558-E583-4FCF-9D2D-CEDA664D0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488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33B25C-CF85-B73A-B3ED-9F0AD4457F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2BADB3-8129-75D0-EE91-A48D6F8A90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647E1-B4EC-1A70-7AD8-078503AB4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72B2A-3215-49F9-80E7-B31B2C2C5AE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2989E-3E63-CB27-F944-D13E58C51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E8A79-B0D9-482C-1030-BA9D69E3F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15558-E583-4FCF-9D2D-CEDA664D0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965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5CA18D-1E87-FC17-E913-6C90F8EA8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590BC-47D8-A04F-D245-A62C17206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D6960-6ECD-6427-5F79-D5F3D3B474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172B2A-3215-49F9-80E7-B31B2C2C5AE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7EC21-5D28-104F-A159-3ADF0C795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52FE4-2CB1-4FD7-8742-62BC764B8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15558-E583-4FCF-9D2D-CEDA664D0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17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02E89B-BAEC-C1D2-0257-72A17D64FA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Sales Dashboard Analysis</a:t>
            </a:r>
            <a:br>
              <a:rPr lang="en-US" dirty="0"/>
            </a:b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96BFFF7-BAF6-6468-5A94-DBE04EC4E1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 Rajeshwari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304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B044A-00E8-2F9C-2EB4-F7344C885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717CB-E427-F06A-DA4E-B7804F166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Analyze sales data</a:t>
            </a:r>
          </a:p>
          <a:p>
            <a:pPr marL="0" indent="0">
              <a:buNone/>
            </a:pPr>
            <a:r>
              <a:rPr lang="en-US" dirty="0"/>
              <a:t>- Identify trends</a:t>
            </a:r>
          </a:p>
          <a:p>
            <a:pPr marL="0" indent="0">
              <a:buNone/>
            </a:pPr>
            <a:r>
              <a:rPr lang="en-US" dirty="0"/>
              <a:t>- Support business decisions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0629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517F3-AD0A-B7E1-09E2-918282323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F19BC-77F6-6A27-EDF5-647CE647A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Superstore dataset</a:t>
            </a:r>
          </a:p>
          <a:p>
            <a:pPr marL="0" indent="0">
              <a:buNone/>
            </a:pPr>
            <a:r>
              <a:rPr lang="en-US" dirty="0"/>
              <a:t>- Contains sales, category, and region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6505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F5F08-05C3-8402-418A-229C7B3E9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0C8EC5-08BA-3BEC-B4E3-E12837BFF6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4136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97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5D963-F1F2-6A95-1A5E-A001F7EE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88F29-EFC8-D1A1-D694-C692B7E12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Technology has highest sales</a:t>
            </a:r>
          </a:p>
          <a:p>
            <a:pPr marL="0" indent="0">
              <a:buNone/>
            </a:pPr>
            <a:r>
              <a:rPr lang="en-US" dirty="0"/>
              <a:t>- West region performs best</a:t>
            </a:r>
          </a:p>
          <a:p>
            <a:pPr marL="0" indent="0">
              <a:buNone/>
            </a:pPr>
            <a:r>
              <a:rPr lang="en-US" dirty="0"/>
              <a:t>- Sales peak in November and December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179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7FFB2-3BB1-48F5-AE61-4774CC573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421DD-4E7C-8BD8-0AC7-436579EAF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Sales increase over time</a:t>
            </a:r>
          </a:p>
          <a:p>
            <a:pPr marL="0" indent="0">
              <a:buNone/>
            </a:pPr>
            <a:r>
              <a:rPr lang="en-US" dirty="0"/>
              <a:t>- Technology drives revenue</a:t>
            </a:r>
          </a:p>
          <a:p>
            <a:pPr marL="0" indent="0">
              <a:buNone/>
            </a:pPr>
            <a:r>
              <a:rPr lang="en-US" dirty="0"/>
              <a:t>- Sales are seasonal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4095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8B25C-9EC3-0C1A-82AC-F89070292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E1D11-F422-7B8B-2E85-C15B9952E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Increase marketing in peak months</a:t>
            </a:r>
          </a:p>
          <a:p>
            <a:pPr marL="0" indent="0">
              <a:buNone/>
            </a:pPr>
            <a:r>
              <a:rPr lang="en-US" dirty="0"/>
              <a:t>- Focus on Technology category</a:t>
            </a:r>
          </a:p>
          <a:p>
            <a:pPr marL="0" indent="0">
              <a:buNone/>
            </a:pPr>
            <a:r>
              <a:rPr lang="en-US" dirty="0"/>
              <a:t>- Expand in high-performing regions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5821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DACC5-B9D6-1E01-027D-2DD6840BF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4033" y="2103437"/>
            <a:ext cx="3883429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59931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</Words>
  <Application>Microsoft Office PowerPoint</Application>
  <PresentationFormat>Widescreen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Sales Dashboard Analysis </vt:lpstr>
      <vt:lpstr>Objective</vt:lpstr>
      <vt:lpstr>Dataset</vt:lpstr>
      <vt:lpstr>Dashboard</vt:lpstr>
      <vt:lpstr>Insights</vt:lpstr>
      <vt:lpstr>Conclusion</vt:lpstr>
      <vt:lpstr>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Rajeshwari Kommula</dc:creator>
  <cp:lastModifiedBy>Rajeshwari Kommula</cp:lastModifiedBy>
  <cp:revision>1</cp:revision>
  <dcterms:created xsi:type="dcterms:W3CDTF">2026-03-30T15:53:38Z</dcterms:created>
  <dcterms:modified xsi:type="dcterms:W3CDTF">2026-03-30T15:53:55Z</dcterms:modified>
</cp:coreProperties>
</file>